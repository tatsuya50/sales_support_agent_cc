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88" d="100"/>
          <a:sy n="88" d="100"/>
        </p:scale>
        <p:origin x="92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4726A8-53D0-69D7-256A-CF64F96A48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EF35D7F-49E0-ACE3-F8BC-7AAA0DAE76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3A059C-D2DB-6268-345B-CFE659740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6943A-7B0F-4EF2-AD40-9785BAAB286A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6BDFE87-BC3D-BD83-E9E2-07EA19C97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50A5CE-95CE-C807-20AF-4182CDDFD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1306A-E903-44F5-9837-07319BD6BC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8322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B364C9-A05A-710C-B4DA-CE40F3205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F09208D-A23A-E114-2069-818207607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31407C-22EA-B982-715C-BB255533E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6943A-7B0F-4EF2-AD40-9785BAAB286A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E9E4826-E85A-0C04-47E5-89DB9F0A7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4D38DCA-13DD-6867-3334-5B557D0A3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1306A-E903-44F5-9837-07319BD6BC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2263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F9F96E-FBF1-83E2-FEA3-2B2AD2991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81BB2EC-ABB3-54B6-5C4C-25593E69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B76B34-19C3-C238-818B-23E8738C3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6943A-7B0F-4EF2-AD40-9785BAAB286A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C560464-923F-FD91-11AB-1C37E342D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4878CF5-434E-050E-9F8D-E8DCF1A66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1306A-E903-44F5-9837-07319BD6BC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8327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FA4745-A423-F194-1068-F1F6D0ABA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2174C5-929D-4BFC-48D0-2848DF3B78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3974F1F-4825-56EF-2751-86E51F238E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D32D97E-F173-5D7B-ACD1-5C0D6E395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6943A-7B0F-4EF2-AD40-9785BAAB286A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47FF8AF-FEDF-F34F-E715-A7E28ECB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987DBE3-566C-F2D1-9067-963370C7F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1306A-E903-44F5-9837-07319BD6BC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533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FDCADF-C8A6-FB89-ACC9-69CC0125C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22AF409-8435-C282-2618-F05B2A48B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8790EB3-6E03-8687-9A41-369D514FC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A22DA99-3DEB-A5CE-9F73-34B5614BFD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08A77A8-7BE7-604C-C30E-FFEEDE5521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22A6918-50F7-0E1C-69D2-71C17F187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6943A-7B0F-4EF2-AD40-9785BAAB286A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E607AC3-03CC-499F-DAB6-37127D60E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52DD63F-7959-F21D-F4D6-53DD1AF98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1306A-E903-44F5-9837-07319BD6BC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332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8BD23B-BAE7-B594-246D-840144FDE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DE9C352-1EDC-46EA-35F4-198BF7937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6943A-7B0F-4EF2-AD40-9785BAAB286A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FE76DB-2274-E68E-405A-554FC877C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267888E-A166-F21F-9E91-2060209E9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1306A-E903-44F5-9837-07319BD6BC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1548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297E833-A7B0-B3A1-ECDF-BD12BE9E2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6943A-7B0F-4EF2-AD40-9785BAAB286A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1D50FBE-E6A0-6011-4CBE-75221C6CC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CB40C63-5DAD-4C32-4ABC-AA64B8C24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1306A-E903-44F5-9837-07319BD6BC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464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0FC423-B5BC-5ACA-611D-A46D84747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1392348-5E7A-785B-48E8-F5F57E9D7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3FFDBFD-A1B7-B8A2-1423-D40980BCB6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A90D6E3-C36F-BA5E-2A75-85887CE31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6943A-7B0F-4EF2-AD40-9785BAAB286A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D0B7DB1-AAED-EEBC-23EB-B66F21D4C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88E17D9-63E8-7C20-F6D9-94952DCA6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1306A-E903-44F5-9837-07319BD6BC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3553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ADA221-4841-31AE-A528-3B61A5F35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F5BC222-830F-C478-0F61-F40C031671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CD72698-1D8A-6619-EA93-795F8ECB3B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8576D0D-D825-42E5-C953-61ACFE41E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6943A-7B0F-4EF2-AD40-9785BAAB286A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9C60273-4E93-78E3-8D0E-CB6B6B77C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6400BA3-40D7-ACEE-78A9-4C57B4CB0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1306A-E903-44F5-9837-07319BD6BC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3661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100DD-8CDB-4150-E8BB-F93CC59B8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9D43E81-DD09-D09D-55DD-4DA4EF823B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D74EBB3-F0FF-13D8-D218-EDA3AB47E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6943A-7B0F-4EF2-AD40-9785BAAB286A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C8B737B-4934-D2B7-505B-E575991F2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711FBB-D907-0F2D-1DB1-EE4E5BA65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1306A-E903-44F5-9837-07319BD6BC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4594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A066DB8-8D36-FEAF-D252-D1D7B899BE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6D6FD23-61CD-AB1D-ADC4-39F052894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AE64FA4-B3AC-08D5-BDE3-2ED0B922A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6943A-7B0F-4EF2-AD40-9785BAAB286A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4D11525-AC1B-326A-74E4-D275D5BE0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421C1B-D717-315A-7BB5-483C82AF0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1306A-E903-44F5-9837-07319BD6BC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0496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0A0F158-68CC-212B-337B-EBC8DEED1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3A41F77-E0A9-D4BC-3995-8A9A27D77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F8BF3BF-56F7-2432-833C-F087704B2C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F6943A-7B0F-4EF2-AD40-9785BAAB286A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041E527-0426-C95B-6FC7-933BA68B21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40A68E0-75F6-9FD1-BE4F-F0FF65856B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C1306A-E903-44F5-9837-07319BD6BC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4934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6290E0-85FE-93F7-1BA6-E72355D679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30D35A3-5CA3-FD8D-1322-820C40FA95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図 4" descr="The image displays a table with various statistics and data points related to sales support activities for the month of March 2026, including customer visits, lead acceptance, and follow-up actions.&#10;&#10;AI 生成コンテンツは誤りを含む可能性があります。">
            <a:extLst>
              <a:ext uri="{FF2B5EF4-FFF2-40B4-BE49-F238E27FC236}">
                <a16:creationId xmlns:a16="http://schemas.microsoft.com/office/drawing/2014/main" id="{0B9E18B4-B7F7-9247-EE85-F2B2846C9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5640"/>
            <a:ext cx="12192000" cy="4646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837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The image shows a Japanese document with a warning message, displaying statistics about a person's key performance indicators (KPIs) and suggesting actions to improve business opportunities.&#10;&#10;AI 生成コンテンツは誤りを含む可能性があります。">
            <a:extLst>
              <a:ext uri="{FF2B5EF4-FFF2-40B4-BE49-F238E27FC236}">
                <a16:creationId xmlns:a16="http://schemas.microsoft.com/office/drawing/2014/main" id="{4E00F1F3-F7F2-DF5A-151A-644CA7E55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9979"/>
            <a:ext cx="12192000" cy="539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76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The image shows a Japanese web page with statistics and comments on team performance, highlighting a significant shortfall in new customer visits, quote submissions, and support from senior team members.&#10;&#10;AI 生成コンテンツは誤りを含む可能性があります。">
            <a:extLst>
              <a:ext uri="{FF2B5EF4-FFF2-40B4-BE49-F238E27FC236}">
                <a16:creationId xmlns:a16="http://schemas.microsoft.com/office/drawing/2014/main" id="{A6F6A44A-6010-7B9A-0395-36251A5D8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449" y="0"/>
            <a:ext cx="100551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133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The image displays a Japanese web page with statistics on customer visits, including new and existing customer visit counts, and a comparison to team averages, highlighting the need for improvement in customer retention and follow-ups.&#10;&#10;AI 生成コンテンツは誤りを含む可能性があります。">
            <a:extLst>
              <a:ext uri="{FF2B5EF4-FFF2-40B4-BE49-F238E27FC236}">
                <a16:creationId xmlns:a16="http://schemas.microsoft.com/office/drawing/2014/main" id="{8B99ECED-9E80-1A0A-BA17-A50355385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551" y="0"/>
            <a:ext cx="98468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359512"/>
      </p:ext>
    </p:extLst>
  </p:cSld>
  <p:clrMapOvr>
    <a:masterClrMapping/>
  </p:clrMapOvr>
</p:sld>
</file>

<file path=ppt/theme/theme1.xml><?xml version="1.0" encoding="utf-8"?>
<a:theme xmlns:a="http://schemas.openxmlformats.org/drawingml/2006/main" name="テーマ_simpl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>
              <a:lumMod val="65000"/>
              <a:lumOff val="35000"/>
            </a:schemeClr>
          </a:solidFill>
        </a:ln>
      </a:spPr>
      <a:bodyPr rtlCol="0" anchor="ctr"/>
      <a:lstStyle>
        <a:defPPr algn="ctr">
          <a:defRPr kumimoji="1">
            <a:solidFill>
              <a:schemeClr val="tx1">
                <a:lumMod val="65000"/>
                <a:lumOff val="35000"/>
              </a:schemeClr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テーマ_simple" id="{8E468A7D-9A6F-4159-99E2-95C926EEA471}" vid="{9184EBD9-BFB5-4F1A-BA14-0D724401DB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19</TotalTime>
  <Words>0</Words>
  <Application>Microsoft Office PowerPoint</Application>
  <PresentationFormat>ワイド画面</PresentationFormat>
  <Paragraphs>0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テーマ_simple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Tatsuya Katsuno</dc:creator>
  <cp:lastModifiedBy>Tatsuya Katsuno</cp:lastModifiedBy>
  <cp:revision>1</cp:revision>
  <dcterms:created xsi:type="dcterms:W3CDTF">2026-03-30T15:14:40Z</dcterms:created>
  <dcterms:modified xsi:type="dcterms:W3CDTF">2026-03-30T15:33:47Z</dcterms:modified>
</cp:coreProperties>
</file>